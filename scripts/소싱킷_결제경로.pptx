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C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소싱킷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E0B0"/>
                </a:solidFill>
              </a:rPr>
              <a:t>결제 경로 안내서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CC99"/>
                </a:solidFill>
              </a:rPr>
              <a:t>무역 소싱 관리 서비스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23360"/>
            <a:ext cx="3657600" cy="36576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6400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8CC"/>
                </a:solidFill>
              </a:rPr>
              <a:t>이딩컴퍼니  |  대표자: 구희완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5640"/>
            <a:ext cx="6400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8CC"/>
                </a:solidFill>
              </a:rPr>
              <a:t>사업자등록번호: 210-29-50637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65040"/>
            <a:ext cx="6400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8CC"/>
                </a:solidFill>
              </a:rPr>
              <a:t>서비스 URL: https://sourcing-kit.kr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44440"/>
            <a:ext cx="6400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E8CC"/>
                </a:solidFill>
              </a:rPr>
              <a:t>결제 대행사: 토스페이먼츠(주)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8288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1A1A2E"/>
                </a:solidFill>
              </a:rPr>
              <a:t>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결제 경로 전체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1920240" cy="3200400"/>
          </a:xfrm>
          <a:prstGeom prst="rect">
            <a:avLst/>
          </a:prstGeom>
          <a:solidFill>
            <a:srgbClr val="F3F4F6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554480"/>
            <a:ext cx="457200" cy="4572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서비스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sourcing-kit.kr
접속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2781300"/>
            <a:ext cx="228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800"/>
                </a:solidFill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37160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46120" y="1554480"/>
            <a:ext cx="457200" cy="4572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플랜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가격 페이지에서
플랜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781300"/>
            <a:ext cx="228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800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371600"/>
            <a:ext cx="1920240" cy="3200400"/>
          </a:xfrm>
          <a:prstGeom prst="rect">
            <a:avLst/>
          </a:prstGeom>
          <a:solidFill>
            <a:srgbClr val="F3F4F6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94960" y="1554480"/>
            <a:ext cx="457200" cy="4572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결제하기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결제하기 버튼
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781300"/>
            <a:ext cx="228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800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371600"/>
            <a:ext cx="1920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1554480"/>
            <a:ext cx="457200" cy="4572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토스 결제창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토스페이먼츠
결제 진행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2781300"/>
            <a:ext cx="2286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7800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371600"/>
            <a:ext cx="1920240" cy="3200400"/>
          </a:xfrm>
          <a:prstGeom prst="rect">
            <a:avLst/>
          </a:prstGeom>
          <a:solidFill>
            <a:srgbClr val="F3F4F6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92640" y="1554480"/>
            <a:ext cx="457200" cy="457200"/>
          </a:xfrm>
          <a:prstGeom prst="ellipse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1488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결제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74320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서비스
이용 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11274552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</a:rPr>
              <a:t>※ 결제 수단: 신용카드 / 체크카드 / 카카오페이 / 네이버페이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1  |  서비스 접속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02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① 브라우저 또는 앱에서 접속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029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78FF"/>
                </a:solidFill>
              </a:rPr>
              <a:t>https://sourcing-kit.kr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소싱킷은 무역 소싱 관리 SaaS 서비스로,
웹 브라우저 및 PWA(앱 설치) 형태로
서비스됩니다.
• URL 직접 접속 가능
• Google / 카카오 소셜 로그인
• 모바일/PC 반응형 지원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097280"/>
            <a:ext cx="457200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097280"/>
            <a:ext cx="4572000" cy="9144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280160"/>
            <a:ext cx="420624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소싱킷 | 무역 소싱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20624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🔍  소싱킷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43200"/>
            <a:ext cx="420624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이우 무역상을 위한 소싱 원가계산 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291840"/>
            <a:ext cx="3657600" cy="50292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291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시작하기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2  |  가격 페이지 — 플랜 선택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089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B7280"/>
                </a:solidFill>
              </a:rPr>
              <a:t>무료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10896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₩0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무료 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상품 10개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40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공급업체 5곳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934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AI 분석 3회/일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760720"/>
            <a:ext cx="3108960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</a:rPr>
              <a:t>무료 시작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188720"/>
            <a:ext cx="347472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71600"/>
            <a:ext cx="31089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맛보기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828800"/>
            <a:ext cx="310896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₩9,900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774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30일 이용권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8346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상품 100개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1140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공급업체 30곳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3934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AI 분석 20회/일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6728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엑셀/PDF 내보내기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5760720"/>
            <a:ext cx="3108960" cy="320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30일 맛보기 시작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188720"/>
            <a:ext cx="347472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371600"/>
            <a:ext cx="31089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800"/>
                </a:solidFill>
              </a:rPr>
              <a:t>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828800"/>
            <a:ext cx="3108960" cy="44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₩7,900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774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/월 자동결제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346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상품 무제한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1140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공급업체 무제한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3934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AI 분석 무제한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728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엑셀/PDF 내보내기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52240"/>
            <a:ext cx="3108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✓  팀 공유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5760720"/>
            <a:ext cx="3108960" cy="3200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760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⚡ Pro 구독하기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3  |  결제하기 버튼 클릭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</a:rPr>
              <a:t>맛보기 (₩9,900 · 단건결제)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• 1회 결제, 자동갱신 없음
• 30일 이용 후 자동 종료
• 결제 즉시 이용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502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800"/>
                </a:solidFill>
              </a:rPr>
              <a:t>Pro 구독 (₩7,900/월 또는 ₩70,800/년)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• 카드 빌링키 발급 후 자동결제
• 매월 자동 청구 (언제든 취소 가능)
• 연결제 시 25% 할인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137160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97706"/>
                </a:solidFill>
              </a:rPr>
              <a:t>30일 맛보기 시작 ₩9,900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5029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↑  이 버튼 클릭 시 토스페이먼츠 결제창 오픈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657600"/>
            <a:ext cx="5029200" cy="1371600"/>
          </a:xfrm>
          <a:prstGeom prst="rect">
            <a:avLst/>
          </a:prstGeom>
          <a:solidFill>
            <a:srgbClr val="FFF3EA"/>
          </a:solidFill>
          <a:ln w="25400">
            <a:solidFill>
              <a:srgbClr val="FF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79476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7800"/>
                </a:solidFill>
              </a:rPr>
              <a:t>⚡ Pro 구독하기 ₩7,900/월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50292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↑  이 버튼 클릭 시 빌링키 발급 결제창 오픈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4  |  토스페이먼츠 결제창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결제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💳  신용카드 / 체크카드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8440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🟡  카카오페이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4000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🟢  네이버페이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빌링키 결제 흐름 (Pro 구독)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카드 정보 입력 → 빌링키 발급
→ 최초 승인 → 매월 자동청구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4572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단건 결제 흐름 (맛보기)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</a:rPr>
              <a:t>결제 수단 선택 → 인증 → 즉시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57607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188720"/>
            <a:ext cx="5760720" cy="64008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53949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토스페이먼츠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1168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</a:rPr>
              <a:t>주문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소싱킷 Pro 구독  |  ₩7,900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1645920" cy="41148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카드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2834640"/>
            <a:ext cx="1645920" cy="411480"/>
          </a:xfrm>
          <a:prstGeom prst="rect">
            <a:avLst/>
          </a:prstGeom>
          <a:solidFill>
            <a:srgbClr val="FEE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카카오페이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834640"/>
            <a:ext cx="1645920" cy="411480"/>
          </a:xfrm>
          <a:prstGeom prst="rect">
            <a:avLst/>
          </a:prstGeom>
          <a:solidFill>
            <a:srgbClr val="03C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네이버페이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20440"/>
            <a:ext cx="530352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5029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카드 번호  0000 - 0000 - 0000 - 0000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228600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2103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유효기간  MM / YY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4114800"/>
            <a:ext cx="2560320" cy="457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160520"/>
            <a:ext cx="237744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CVC  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5394960"/>
            <a:ext cx="5303520" cy="548640"/>
          </a:xfrm>
          <a:prstGeom prst="rect">
            <a:avLst/>
          </a:prstGeom>
          <a:solidFill>
            <a:srgbClr val="0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54406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₩7,900  결제하기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STEP 5  |  결제 완료 및 서비스 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</a:rPr>
              <a:t>✅  결제 승인 완료  —  서비스가 즉시 활성화됩니다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303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530352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49377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결제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1A1A2E"/>
                </a:solidFill>
              </a:rPr>
              <a:t>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소싱킷 Pro 플랜
활성화 완료!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493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결제일 2025.01.01  |  다음 결제일 2025.02.01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303520"/>
            <a:ext cx="4389120" cy="45720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438912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서비스 시작하기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530352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468880"/>
            <a:ext cx="5303520" cy="548640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493776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구독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현재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2004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1A2E"/>
                </a:solidFill>
              </a:rPr>
              <a:t>Pro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6576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1A2E"/>
                </a:solidFill>
              </a:rPr>
              <a:t>이용 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1148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결제 금액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1148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1A2E"/>
                </a:solidFill>
              </a:rPr>
              <a:t>₩7,900/월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720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다음 결제일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572000"/>
            <a:ext cx="2286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A1A2E"/>
                </a:solidFill>
              </a:rPr>
              <a:t>2025.02.01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303520"/>
            <a:ext cx="493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* 구독 관리 화면에서 언제든지 취소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