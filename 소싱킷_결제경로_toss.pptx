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소싱킷 (sourcing-kit)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BBD0FF"/>
                </a:solidFill>
              </a:rPr>
              <a:t>결제 경로 안내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3959352" cy="54864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46464"/>
                </a:solidFill>
              </a:rPr>
              <a:t>이딩컴퍼니  ·  2026-05-21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토스페이먼츠 카드사 심사 제출용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 가맹점 정보 기재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시작 페이지에 가맹점 정보를 기재해요.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6464"/>
                </a:solidFill>
              </a:rPr>
              <a:t>구성 항목 : (1) 상호명 / (2) 사업자번호 / (3) 가맹점 URL / (4) 테스트 ID / (5) 테스트 PW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068312" cy="4297680"/>
          </a:xfrm>
          <a:prstGeom prst="rect">
            <a:avLst/>
          </a:prstGeom>
          <a:solidFill>
            <a:srgbClr val="F8F9FF"/>
          </a:solidFill>
          <a:ln w="19050">
            <a:solidFill>
              <a:srgbClr val="00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600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6FFF"/>
                </a:solidFill>
              </a:rPr>
              <a:t>(1) 상호명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002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:  이딩컴퍼니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3055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6FFF"/>
                </a:solidFill>
              </a:rPr>
              <a:t>(2) 사업자번호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3055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:  210-29-50637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191256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6FFF"/>
                </a:solidFill>
              </a:rPr>
              <a:t>(3)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191256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:  https://www.sourcing-kit.kr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51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6FFF"/>
                </a:solidFill>
              </a:rPr>
              <a:t>(4) Test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519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:  toss-review@sourcing-kit.kr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78231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6FFF"/>
                </a:solidFill>
              </a:rPr>
              <a:t>(5) Test PW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78231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:  TossReview2025!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 하단정보 캡처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필수정보가 모두 포함된 하단정보를 캡처해요.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6464"/>
                </a:solidFill>
              </a:rPr>
              <a:t>필수 : 상호명 / 사업자등록번호 / 대표자명 / 사업장 주소</a:t>
            </a:r>
          </a:p>
        </p:txBody>
      </p:sp>
      <p:pic>
        <p:nvPicPr>
          <p:cNvPr id="7" name="Picture 6" descr="framed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2" y="1280160"/>
            <a:ext cx="770376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 환불규정 캡처 (무형상품)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환불 규정을 캡처해요. (무형상품 예시)</a:t>
            </a:r>
          </a:p>
        </p:txBody>
      </p:sp>
      <p:pic>
        <p:nvPicPr>
          <p:cNvPr id="6" name="Picture 5" descr="framed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2" y="1280160"/>
            <a:ext cx="770376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 로그인 / 회원가입 캡처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로그인 혹은 회원가입 경로를 캡처해요.</a:t>
            </a:r>
          </a:p>
        </p:txBody>
      </p:sp>
      <p:pic>
        <p:nvPicPr>
          <p:cNvPr id="6" name="Picture 5" descr="framed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2" y="1280160"/>
            <a:ext cx="770376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 상품선택 / 구매과정 캡처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유/무형 상품의 구매 경로를 모두 캡처해주세요.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6464"/>
                </a:solidFill>
              </a:rPr>
              <a:t>예시) 요금제 선택 → 결제하기 탭</a:t>
            </a:r>
          </a:p>
        </p:txBody>
      </p:sp>
      <p:pic>
        <p:nvPicPr>
          <p:cNvPr id="7" name="Picture 6" descr="framed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2" y="1280160"/>
            <a:ext cx="770376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 카드결제경로 캡처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카드 결제 과정을 캡처해요. (맛보기 - 단건결제)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6464"/>
                </a:solidFill>
              </a:rPr>
              <a:t>테스트 결제창으로 연동되어도 심사 가능합니다.</a:t>
            </a:r>
          </a:p>
        </p:txBody>
      </p:sp>
      <p:pic>
        <p:nvPicPr>
          <p:cNvPr id="7" name="Picture 6" descr="framed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264" y="1280160"/>
            <a:ext cx="533642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64592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 카드결제경로 캡처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카드 결제 과정을 캡처해요. (Pro 구독 - 정기결제)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46464"/>
                </a:solidFill>
              </a:rPr>
              <a:t>빌링결제의 경우 정기결제용 카드 입력창까지 캡처해야 해요.</a:t>
            </a:r>
          </a:p>
        </p:txBody>
      </p:sp>
      <p:pic>
        <p:nvPicPr>
          <p:cNvPr id="7" name="Picture 6" descr="framed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880" y="1280160"/>
            <a:ext cx="222519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